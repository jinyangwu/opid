
<file path=[Content_Types].xml>      <?xml version="1.0" encoding="UTF-8" standalone="yes"?>
      <Types xmlns="http://schemas.openxmlformats.org/package/2006/content-types">
        <Default Extension="rels" ContentType="application/vnd.openxmlformats-package.relationships+xml"/>
        <Default Extension="xml" ContentType="application/xml"/>
        <Default Extension="svg" ContentType="image/svg+xml"/>
        <Override PartName="/ppt/presentation.xml" ContentType="application/vnd.openxmlformats-officedocument.presentationml.presentation.main+xml"/>
<Override PartName="/ppt/slides/slide1.xml" ContentType="application/vnd.openxmlformats-officedocument.presentationml.slide+xml"/>
<Override PartName="/ppt/slides/slide2.xml" ContentType="application/vnd.openxmlformats-officedocument.presentationml.slide+xml"/>
        <Override PartName="/ppt/slideMasters/slideMaster1.xml" ContentType="application/vnd.openxmlformats-officedocument.presentationml.slideMaster+xml"/>
        <Override PartName="/ppt/slideLayouts/slideLayout1.xml" ContentType="application/vnd.openxmlformats-officedocument.presentationml.slideLayout+xml"/>
        <Override PartName="/ppt/theme/theme1.xml" ContentType="application/vnd.openxmlformats-officedocument.theme+xml"/>
        <Override PartName="/ppt/presProps.xml" ContentType="application/vnd.openxmlformats-officedocument.presentationml.presProps+xml"/>
        <Override PartName="/ppt/viewProps.xml" ContentType="application/vnd.openxmlformats-officedocument.presentationml.viewProps+xml"/>
        <Override PartName="/ppt/tableStyles.xml" ContentType="application/vnd.openxmlformats-officedocument.presentationml.tableStyles+xml"/>
        <Override PartName="/docProps/core.xml" ContentType="application/vnd.openxmlformats-package.core-properties+xml"/>
        <Override PartName="/docProps/app.xml" ContentType="application/vnd.openxmlformats-officedocument.extended-properties+xml"/>
      </Types>

</file>

<file path=_rels/.rels><?xml version="1.0" encoding="UTF-8" standalone="yes"?>
<Relationships xmlns="http://schemas.openxmlformats.org/package/2006/relationships">
  <Relationship Id="rId1"
                Type="http://schemas.openxmlformats.org/officeDocument/2006/relationships/officeDocument"
                Target="ppt/presentation.xml"/>
  <Relationship Id="rId2"
                Type="http://schemas.openxmlformats.org/package/2006/relationships/metadata/core-properties"
                Target="docProps/core.xml"/>
  <Relationship Id="rId3"
                Type="http://schemas.openxmlformats.org/officeDocument/2006/relationships/extended-properties"
                Target="docProps/app.xml"/>
</Relationships>

</file>

<file path=ppt/presentation.xml>    <?xml version="1.0" encoding="UTF-8" standalone="yes"?>
    <p:presentation xmlns:a="http://schemas.openxmlformats.org/drawingml/2006/main"
                    xmlns:r="http://schemas.openxmlformats.org/officeDocument/2006/relationships"
                    xmlns:p="http://schemas.openxmlformats.org/presentationml/2006/main">
      <p:sldMasterIdLst>
        <p:sldMasterId id="2147483648" r:id="rId1"/>
      </p:sldMasterIdLst>
      <p:sldIdLst>
<p:sldId id="256" r:id="rId2"/>
<p:sldId id="257" r:id="rId3"/>
      </p:sldIdLst>
      <p:sldSz cx="12192000" cy="6858000"/>
      <p:notesSz cx="6858000" cy="9144000"/>
      <p:defaultTextStyle/>
    </p:presentation>
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View">
  <p:normalViewPr>
    <p:restoredLeft sz="15620"/>
    <p:restoredTop sz="94660"/>
  </p:normalViewPr>
  <p:slideViewPr>
    <p:cSldViewPr snapToGrid="1" snapToObjects="1"/>
  </p:slideViewPr>
  <p:notesTextViewPr>
    <p:cViewPr varScale="1"/>
  </p:notesTextViewPr>
  <p:gridSpacing cx="72008" cy="72008"/>
</p:viewPr>
</file>

<file path=ppt/_rels/presentation.xml.rels>      <?xml version="1.0" encoding="UTF-8" standalone="yes"?>
      <Relationships xmlns="http://schemas.openxmlformats.org/package/2006/relationships">
        <Relationship Id="rId1"
              Type="http://schemas.openxmlformats.org/officeDocument/2006/relationships/slideMaster"
              Target="slideMasters/slideMaster1.xml"/>
<Relationship Id="rId2"
              Type="http://schemas.openxmlformats.org/officeDocument/2006/relationships/slide"
              Target="slides/slide1.xml"/>
<Relationship Id="rId3"
              Type="http://schemas.openxmlformats.org/officeDocument/2006/relationships/slide"
              Target="slides/slide2.xml"/>
<Relationship Id="rId4"
              Type="http://schemas.openxmlformats.org/officeDocument/2006/relationships/presProps"
              Target="presProps.xml"/>
<Relationship Id="rId5"
              Type="http://schemas.openxmlformats.org/officeDocument/2006/relationships/viewProps"
              Target="viewProps.xml"/>
<Relationship Id="rId6"
              Type="http://schemas.openxmlformats.org/officeDocument/2006/relationships/tableStyles"
              Target="tableStyles.xml"/>
      </Relationships>

</file>

<file path=ppt/slideLayouts/_rels/slideLayout1.xml.rels><?xml version="1.0" encoding="UTF-8" standalone="yes"?>
<Relationships xmlns="http://schemas.openxmlformats.org/package/2006/relationships">
  <Relationship Id="rId1"
                Type="http://schemas.openxmlformats.org/officeDocument/2006/relationships/slideMaster"
                Target="../slideMasters/slideMaster1.xml"/>
</Relationships>

</file>

<file path=ppt/slideLayouts/slideLayout1.xml>        <?xml version="1.0" encoding="UTF-8" standalone="yes"?>
        <p:sldLayout xmlns:a="http://schemas.openxmlformats.org/drawingml/2006/main"
                     xmlns:r="http://schemas.openxmlformats.org/officeDocument/2006/relationships"
                     xmlns:p="http://schemas.openxmlformats.org/presentationml/2006/main"
                     type="blank" preserve="1">
          <p:cSld name="Blank">
            <p:spTree>
              <p:nvGrpSpPr>
  <p:cNvPr id="1" name=""/>
  <p:cNvGrpSpPr/>
  <p:nvPr/>
</p:nvGrpSpPr>
<p:grpSpPr>
  <a:xfrm>
    <a:off x="0" y="0"/>
    <a:ext cx="0" cy="0"/>
    <a:chOff x="0" y="0"/>
    <a:chExt cx="0" cy="0"/>
  </a:xfrm>
</p:grpSpPr>
            </p:spTree>
          </p:cSld>
          <p:clrMapOvr>
            <a:masterClrMapping/>
          </p:clrMapOvr>
        </p:sldLayout>

</file>

<file path=ppt/slideMasters/_rels/slideMaster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
                Type="http://schemas.openxmlformats.org/officeDocument/2006/relationships/theme"
                Target="../theme/theme1.xml"/>
</Relationships>

</file>

<file path=ppt/slideMasters/slideMaster1.xml>        <?xml version="1.0" encoding="UTF-8" standalone="yes"?>
        <p:sldMaster xmlns:a="http://schemas.openxmlformats.org/drawingml/2006/main"
                     xmlns:r="http://schemas.openxmlformats.org/officeDocument/2006/relationships"
                     xmlns:p="http://schemas.openxmlformats.org/presentationml/2006/main">
          <p:cSld name="Blank Master">
            <p:bg>
              <p:bgRef idx="1001">
                <a:schemeClr val="bg1"/>
              </p:bgRef>
            </p:bg>
            <p:spTree>
              <p:nvGrpSpPr>
  <p:cNvPr id="1" name=""/>
  <p:cNvGrpSpPr/>
  <p:nvPr/>
</p:nvGrpSpPr>
<p:grpSpPr>
  <a:xfrm>
    <a:off x="0" y="0"/>
    <a:ext cx="0" cy="0"/>
    <a:chOff x="0" y="0"/>
    <a:chExt cx="0" cy="0"/>
  </a:xfrm>
</p:grpSpPr>
            </p:spTree>
          </p:cSld>
          <p:clrMap bg1="lt1" tx1="dk1" bg2="lt2" tx2="dk2"
                    accent1="accent1" accent2="accent2" accent3="accent3"
                    accent4="accent4" accent5="accent5" accent6="accent6"
                    hlink="hlink" folHlink="folHlink"/>
          <p:sldLayoutIdLst>
            <p:sldLayoutId id="2147483649" r:id="rId1"/>
          </p:sldLayoutIdLst>
          <p:txStyles>
            <p:titleStyle/>
            <p:bodyStyle/>
            <p:otherStyle/>
          </p:txStyles>
        </p:sldMaster>
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
                Type="http://schemas.openxmlformats.org/officeDocument/2006/relationships/image"
                Target="../media/image1.svg"/>
</Relationships>
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.xml"/>
  <Relationship Id="rId2"
                Type="http://schemas.openxmlformats.org/officeDocument/2006/relationships/image"
                Target="../media/image2.svg"/>
</Relationships>

</file>

<file path=ppt/slides/slide1.xml>        <?xml version="1.0" encoding="UTF-8" standalone="yes"?>
        <p:sld xmlns:a="http://schemas.openxmlformats.org/drawingml/2006/main"
               xmlns:r="http://schemas.openxmlformats.org/officeDocument/2006/relationships"
               xmlns:p="http://schemas.openxmlformats.org/presentationml/2006/main">
          <p:cSld>
            <p:spTree>
              <p:nvGrpSpPr>
  <p:cNvPr id="1" name=""/>
  <p:cNvGrpSpPr/>
  <p:nvPr/>
</p:nvGrpSpPr>
<p:grpSpPr>
  <a:xfrm>
    <a:off x="0" y="0"/>
    <a:ext cx="0" cy="0"/>
    <a:chOff x="0" y="0"/>
    <a:chExt cx="0" cy="0"/>
  </a:xfrm>
</p:grpSpPr>
              <p:pic>
                <p:nvPicPr>
                  <p:cNvPr id="2" name="COPD Framework Overview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tretch>
                    <a:fillRect/>
                  </a:stretch>
                </p:blipFill>
                <p:spPr>
                  <a:xfrm>
                    <a:off x="243840" y="137160"/>
                    <a:ext cx="11704320" cy="6583680"/>
                  </a:xfrm>
                  <a:prstGeom prst="rect">
                    <a:avLst/>
                  </a:prstGeom>
                </p:spPr>
              </p:pic>
            </p:spTree>
          </p:cSld>
          <p:clrMapOvr>
            <a:masterClrMapping/>
          </p:clrMapOvr>
        </p:sld>

</file>

<file path=ppt/slides/slide2.xml>        <?xml version="1.0" encoding="UTF-8" standalone="yes"?>
        <p:sld xmlns:a="http://schemas.openxmlformats.org/drawingml/2006/main"
               xmlns:r="http://schemas.openxmlformats.org/officeDocument/2006/relationships"
               xmlns:p="http://schemas.openxmlformats.org/presentationml/2006/main">
          <p:cSld>
            <p:spTree>
              <p:nvGrpSpPr>
  <p:cNvPr id="1" name=""/>
  <p:cNvGrpSpPr/>
  <p:nvPr/>
</p:nvGrpSpPr>
<p:grpSpPr>
  <a:xfrm>
    <a:off x="0" y="0"/>
    <a:ext cx="0" cy="0"/>
    <a:chOff x="0" y="0"/>
    <a:chExt cx="0" cy="0"/>
  </a:xfrm>
</p:grpSpPr>
              <p:pic>
                <p:nvPicPr>
                  <p:cNvPr id="2" name="Stats Selector Detail"/>
                  <p:cNvPicPr>
                    <a:picLocks noChangeAspect="1"/>
                  </p:cNvPicPr>
                  <p:nvPr/>
                </p:nvPicPr>
                <p:blipFill>
                  <a:blip r:embed="rId2" cstate="print"/>
                  <a:stretch>
                    <a:fillRect/>
                  </a:stretch>
                </p:blipFill>
                <p:spPr>
                  <a:xfrm>
                    <a:off x="452846" y="137160"/>
                    <a:ext cx="11286308" cy="6583680"/>
                  </a:xfrm>
                  <a:prstGeom prst="rect">
                    <a:avLst/>
                  </a:prstGeom>
                </p:spPr>
              </p:pic>
            </p:spTree>
          </p:cSld>
          <p:clrMapOvr>
            <a:masterClrMapping/>
          </p:clrMapOvr>
        </p:sld>
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venir Next"/>
        <a:ea typeface=""/>
        <a:cs typeface=""/>
      </a:majorFont>
      <a:minorFont>
        <a:latin typeface="Avenir Next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On-screen Show (16:9)</PresentationFormat>
  <Slides>2</Slides>
  <Notes>0</Notes>
  <HiddenSlides>0</HiddenSlides>
  <MMClips>0</MMClips>
  <ScaleCrop>false</ScaleCrop>
  <HeadingPairs>
    <vt:vector size="2" baseType="variant">
      <vt:variant>
        <vt:lpstr>Slides</vt:lpstr>
      </vt:variant>
      <vt:variant>
        <vt:i4>2</vt:i4>
      </vt:variant>
    </vt:vector>
  </HeadingPairs>
  <TitlesOfParts>
    <vt:vector size="2" baseType="lpstr">
      <vt:lpstr>COPD Framework Overview</vt:lpstr>
      <vt:lpstr>Stats Selector Detail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COPD Framework Slides</dc:title>
  <dc:creator>OpenAI Codex</dc:creator>
  <cp:lastModifiedBy>OpenAI Codex</cp:lastModifiedBy>
  <dcterms:created xsi:type="dcterms:W3CDTF">2026-04-09T09:28:38Z</dcterms:created>
  <dcterms:modified xsi:type="dcterms:W3CDTF">2026-04-09T09:28:38Z</dcterms:modified>
</cp:coreProperties>
</file>